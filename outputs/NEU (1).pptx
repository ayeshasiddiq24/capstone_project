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Okay, here's a 10-slide presentation outline for Northeastern University Boston, focusing on a professional and clean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**Presentation Title Northeastern University Innovation &amp; Opportunity**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 1 Title 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 Northeastern University Innovation &amp; Opportunity**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   A captivating image of Northeastern's campus (preferably a recognizable landmark).</a:t>
            </a:r>
          </a:p>
          <a:p>
            <a:pPr/>
            <a:r>
              <a:t>*   Your Name</a:t>
            </a:r>
          </a:p>
          <a:p>
            <a:pPr/>
            <a:r>
              <a:t>*   Date</a:t>
            </a:r>
          </a:p>
          <a:p>
            <a:pPr/>
            <a:r>
              <a:t>*   (Optional) Department/Course 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 2 Introduction A Global Leader**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 Northeastern University A Global Leader**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   Private Research University Located in Boston, MA</a:t>
            </a:r>
          </a:p>
          <a:p>
            <a:pPr/>
            <a:r>
              <a:t>*   Known for its Cooperative Education (Co-op) program</a:t>
            </a:r>
          </a:p>
          <a:p>
            <a:pPr/>
            <a:r>
              <a:t>*   A focus on Experiential Learning and Research</a:t>
            </a:r>
          </a:p>
          <a:p>
            <a:pPr/>
            <a:r>
              <a:t>*   Commitment to global engagement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 3 Academic Excellence**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 Academic Excellence A Spectrum of Opportunity**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   Offers a wide range of undergraduate and graduate programs</a:t>
            </a:r>
          </a:p>
          <a:p>
            <a:pPr/>
            <a:r>
              <a:t>*   High Ranking across various disciplines (Business, Engineering, Law, etc.)</a:t>
            </a:r>
          </a:p>
          <a:p>
            <a:pPr/>
            <a:r>
              <a:t>*   Focus on Interdisciplinary Studies and Innovation</a:t>
            </a:r>
          </a:p>
          <a:p>
            <a:pPr/>
            <a:r>
              <a:t>*   Distinguished faculty known for research and teaching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 4 Experiential Learning The Co-op Advantage**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 Experiential Learning The Co-op Advantage**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   World-renowned Cooperative Education program (Co-op)</a:t>
            </a:r>
          </a:p>
          <a:p>
            <a:pPr/>
            <a:r>
              <a:t>*   Students gain real-world work experience during studies</a:t>
            </a:r>
          </a:p>
          <a:p>
            <a:pPr/>
            <a:r>
              <a:t>*   Helps students build professional networks and skills</a:t>
            </a:r>
          </a:p>
          <a:p>
            <a:pPr/>
            <a:r>
              <a:t>*   Increases employability after graduation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 5 Research and Innovation**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 Research and Innovation Shaping the Future**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   A leading research university with significant funding</a:t>
            </a:r>
          </a:p>
          <a:p>
            <a:pPr/>
            <a:r>
              <a:t>*   Focus on areas such as Health, Security, and Sustainability</a:t>
            </a:r>
          </a:p>
          <a:p>
            <a:pPr/>
            <a:r>
              <a:t>*   State-of-the-art research facilities and resources</a:t>
            </a:r>
          </a:p>
          <a:p>
            <a:pPr/>
            <a:r>
              <a:t>*   Opportunities for students to engage in research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 6 Global Engagement A Worldwide Network**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 Global Engagement A Worldwide Network**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   Extensive global network of partners and programs</a:t>
            </a:r>
          </a:p>
          <a:p>
            <a:pPr/>
            <a:r>
              <a:t>*   Study abroad opportunities in numerous countries</a:t>
            </a:r>
          </a:p>
          <a:p>
            <a:pPr/>
            <a:r>
              <a:t>*   Focus on global citizenship and intercultural understanding</a:t>
            </a:r>
          </a:p>
          <a:p>
            <a:pPr/>
            <a:r>
              <a:t>*   Global Co-op experiences for international exposure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 7 Campus Life A Vibrant Community**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 Campus Life A Vibrant Community**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   Diverse and inclusive student body</a:t>
            </a:r>
          </a:p>
          <a:p>
            <a:pPr/>
            <a:r>
              <a:t>*   Numerous student organizations and clubs</a:t>
            </a:r>
          </a:p>
          <a:p>
            <a:pPr/>
            <a:r>
              <a:t>*   Active student government and leadership opportunities</a:t>
            </a:r>
          </a:p>
          <a:p>
            <a:pPr/>
            <a:r>
              <a:t>*   Events, activities, and entertainment on campus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 8 Location, Location, Location Boston's Advantage**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 Location, Location, Location Boston's Advantage**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   Located in the heart of Boston, a hub for innovation and culture</a:t>
            </a:r>
          </a:p>
          <a:p>
            <a:pPr/>
            <a:r>
              <a:t>*   Access to numerous internships and job opportunities</a:t>
            </a:r>
          </a:p>
          <a:p>
            <a:pPr/>
            <a:r>
              <a:t>*   Proximity to other universities and research institutions</a:t>
            </a:r>
          </a:p>
          <a:p>
            <a:pPr/>
            <a:r>
              <a:t>*   Rich cultural and historical environment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 9 Notable Alumni &amp; Success Stories**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 Notable Alumni &amp; Success Stories**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   Showcase a few prominent alumni from various fields.</a:t>
            </a:r>
          </a:p>
          <a:p>
            <a:pPr/>
            <a:r>
              <a:t>*   Briefly mention their achievements and contributions.</a:t>
            </a:r>
          </a:p>
          <a:p>
            <a:pPr/>
            <a:r>
              <a:t>*   Highlight Northeastern's role in their success.</a:t>
            </a:r>
          </a:p>
          <a:p>
            <a:pPr/>
            <a:r>
              <a:t>*   Example: Mention alumni in business, tech, arts, etc.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 10 Conclusion &amp; Q&amp;A**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 Conclusion Northeastern Your Pathway to Success**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   Recap key strengths: Co-op, Research, Global Engagement</a:t>
            </a:r>
          </a:p>
          <a:p>
            <a:pPr/>
            <a:r>
              <a:t>*   Northeastern prepares students for a successful future.</a:t>
            </a:r>
          </a:p>
          <a:p>
            <a:pPr/>
            <a:r>
              <a:t>*   Opportunities for growth and innovation.</a:t>
            </a:r>
          </a:p>
          <a:p>
            <a:pPr/>
            <a:r>
              <a:t>*   Questions? (Display your contact information)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